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01168"/>
            <a:ext cx="1920240" cy="329184"/>
          </a:xfrm>
          <a:prstGeom prst="rect">
            <a:avLst/>
          </a:prstGeom>
          <a:solidFill>
            <a:srgbClr val="1A2D5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0" y="201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PITCH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852160" cy="1188720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21208" y="1097280"/>
            <a:ext cx="5632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o título completo do seu trabalho de conclusão de curso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de andamento do Trabalho de Conclusão de Curso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907792"/>
            <a:ext cx="3931920" cy="457200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21208" y="290779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nome completo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5112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</a:t>
            </a:r>
            <a:pPr indent="0" marL="0">
              <a:buNone/>
            </a:pPr>
            <a:r>
              <a:rPr lang="en-US" sz="9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Turma: ___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|  </a:t>
            </a:r>
            <a:pPr indent="0" marL="0">
              <a:buNone/>
            </a:pPr>
            <a:r>
              <a:rPr lang="en-US" sz="9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___/___/2026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0" y="1097280"/>
            <a:ext cx="1554480" cy="155448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097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11480" y="4114800"/>
            <a:ext cx="8321040" cy="54864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114800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8119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DICA  Substitua os textos em itálico pelo conteúdo do seu TCC. Mantenha fontes e cores. Não adicione slides extras — a síntese é o exercício.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UNI7  |  Prof. Edmilson Miranda Jr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&amp; PROBLEMA DE PESQUISA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1 de 5  |  Tempo estimado: 45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069080" cy="347472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3474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/ DELIMITAÇÃO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682496"/>
            <a:ext cx="3822192" cy="272491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76656" y="1682496"/>
            <a:ext cx="360273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o tema do seu TCC. Seja específico: recorte geográfico, temporal, teórico ou de objeto.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24128"/>
            <a:ext cx="4069080" cy="347472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24128"/>
            <a:ext cx="64008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133856"/>
            <a:ext cx="420624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0096" y="11338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DE PESQUISA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28032" y="1682496"/>
            <a:ext cx="3822192" cy="272491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937760" y="1682496"/>
            <a:ext cx="360273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a pergunta central do seu trabalho. Ex.: Como...? De que forma...? Qual o impacto de...?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Slide 1 – Tema &amp; Problema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GERAL  &amp;  JUSTIFICATIVA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2 de 5  |  Tempo estimado: 45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155448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1554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8028432" cy="841248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76656" y="1609344"/>
            <a:ext cx="7808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o objetivo geral do seu TCC. Comece com um verbo no infinitivo: Analisar, Compreender, Desenvolver, Mapear, Investigar...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8321040" cy="1883664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724912"/>
            <a:ext cx="64008" cy="1883664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834640"/>
            <a:ext cx="420624" cy="420624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28346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D9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JUSTIFICATIVA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328416"/>
            <a:ext cx="8028432" cy="1133856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76656" y="3328416"/>
            <a:ext cx="78089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este tema importa? Qual é sua relevância social, mercadológica ou acadêmica? Use dados ou contexto real para justificar.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Slide 2 – Objetivo &amp; Justificativa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REFERENCIAL TEÓRICO  &amp;  METODOLOGIA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3 de 5  |  Tempo estimado: 80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069080" cy="3547872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35478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REFERENCIAL TEÓRICO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682496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38528"/>
            <a:ext cx="201168" cy="20116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68249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 / conceito principal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9809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7249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 / conceito de apoio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023360"/>
            <a:ext cx="201168" cy="201168"/>
          </a:xfrm>
          <a:prstGeom prst="ellipse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76732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 / conceito complementar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069080" cy="3547872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24128"/>
            <a:ext cx="64008" cy="3547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133856"/>
            <a:ext cx="420624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0096" y="11338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1682496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737360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OBJETO / CORPUS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206654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vai analisar ou produzir?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724912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7797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PESQUISA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3108960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Qualitativa, quantitativa, documental, experimental...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28032" y="3767328"/>
            <a:ext cx="3822192" cy="914400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822192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PROCEDIMENTOS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415137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Entrevista, análise de conteúdo, observação, survey...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Slide 3 – Referencial Teórico &amp; Metodologia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 ATUAL DO TRABALHO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4 de 5  |  Tempo estimado: 40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069080" cy="265176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2651760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7899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D9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JÁ REALIZADO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91056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91056"/>
            <a:ext cx="54864" cy="58521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91056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concluída 1 — substitua pelo que já fez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267712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67712"/>
            <a:ext cx="54864" cy="58521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67712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concluída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944368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44368"/>
            <a:ext cx="54864" cy="58521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944368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concluída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24128"/>
            <a:ext cx="4069080" cy="265176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24128"/>
            <a:ext cx="64008" cy="26517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078992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AINDA FALTA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8032" y="1591056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591056"/>
            <a:ext cx="54864" cy="58521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591056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pendente 1 — substitua pelo que falta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2267712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2267712"/>
            <a:ext cx="54864" cy="58521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267712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pendente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944368"/>
            <a:ext cx="3822192" cy="585216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944368"/>
            <a:ext cx="54864" cy="58521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2944368"/>
            <a:ext cx="3584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pendente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PROGRESSO ESTIMADO: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151376"/>
            <a:ext cx="8321040" cy="201168"/>
          </a:xfrm>
          <a:prstGeom prst="rect">
            <a:avLst/>
          </a:prstGeom>
          <a:solidFill>
            <a:srgbClr val="1A2D5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51376"/>
            <a:ext cx="3328416" cy="2011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3708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Ajuste a largura desta barra laranja conforme o avanço real do trabalho →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Slide 4 – Situação Atual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MINHA DÚVIDA  /  ENCERRAMENTO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5 de 5  |  Tempo estimado: 20 segundos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024128"/>
            <a:ext cx="8321040" cy="1975104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64008" cy="19751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70432" y="104241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MINHA PERGUNTA PARA ORIENTAÇÃO: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8028432" cy="126187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76656" y="1609344"/>
            <a:ext cx="78089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UMA dúvida específica ou dificuldade sobre seu TCC neste momento. Seja preciso — evite perguntas vagas.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45536"/>
            <a:ext cx="3977640" cy="146304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145536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3697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APRESENTADOR(A)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3730752" cy="80467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76656" y="3657600"/>
            <a:ext cx="3511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nome completo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45536"/>
            <a:ext cx="4069080" cy="1463040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45536"/>
            <a:ext cx="64008" cy="1463040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236976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D9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PROJETO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28032" y="3657600"/>
            <a:ext cx="3822192" cy="80467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3602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Campanha / Monografia / Grande Reportagem / Podcast...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Slide 5 – Dúvida &amp; Encerramento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ORIENTAÇÕES AO ALUNO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preencher e usar este modelo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52144"/>
            <a:ext cx="8321040" cy="594360"/>
          </a:xfrm>
          <a:prstGeom prst="rect">
            <a:avLst/>
          </a:prstGeom>
          <a:solidFill>
            <a:srgbClr val="16224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52144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152144"/>
            <a:ext cx="75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SUBSTITUA os textos em itálico pelo conteúdo real do seu TCC. Não altere fontes, cores ou tamanhos.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865376"/>
            <a:ext cx="8321040" cy="594360"/>
          </a:xfrm>
          <a:prstGeom prst="rect">
            <a:avLst/>
          </a:prstGeom>
          <a:solidFill>
            <a:srgbClr val="16224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65376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865376"/>
            <a:ext cx="75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MANTENHA 1 slide por seção. Não adicione slides extras — a síntese é o exercício.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8321040" cy="594360"/>
          </a:xfrm>
          <a:prstGeom prst="rect">
            <a:avLst/>
          </a:prstGeom>
          <a:solidFill>
            <a:srgbClr val="16224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78608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78608"/>
            <a:ext cx="75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CRONÔMETRO. Você tem 4 minutos. Treine em voz alta pelo menos uma vez antes da aula.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291840"/>
            <a:ext cx="8321040" cy="594360"/>
          </a:xfrm>
          <a:prstGeom prst="rect">
            <a:avLst/>
          </a:prstGeom>
          <a:solidFill>
            <a:srgbClr val="16224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29184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91840"/>
            <a:ext cx="75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FALE PARA A TURMA. Não leia os slides — eles são seu apoio visual, não seu roteiro.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8321040" cy="594360"/>
          </a:xfrm>
          <a:prstGeom prst="rect">
            <a:avLst/>
          </a:prstGeom>
          <a:solidFill>
            <a:srgbClr val="162240"/>
          </a:solidFill>
          <a:ln w="5080">
            <a:solidFill>
              <a:srgbClr val="4A6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00507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05072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4005072"/>
            <a:ext cx="7571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 SUA DÚVIDA. O slide 5 exige uma pergunta real e específica para orientação.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 slide NÃO faz parte da apresentação — pode excluí-lo antes de apresentar.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2 MINUTOS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esta versão ultrarrápida quando o tempo for reduzido para 2 minutos por apresentador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01168"/>
            <a:ext cx="1828800" cy="329184"/>
          </a:xfrm>
          <a:prstGeom prst="rect">
            <a:avLst/>
          </a:prstGeom>
          <a:solidFill>
            <a:srgbClr val="1A2D5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2 MIN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223760" y="1188720"/>
            <a:ext cx="1371600" cy="137160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6446520" cy="960120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21208" y="1097280"/>
            <a:ext cx="622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Título do seu TCC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6446520" cy="475488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21208" y="2194560"/>
            <a:ext cx="6227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nome  |  Tipo de projeto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 ·  PROBLEMA  ·  OBJETIVO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2 min – Slide 1 de 2  |  Tempo estimado: 70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633472" cy="3584448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35844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078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" y="1572768"/>
            <a:ext cx="2377440" cy="290779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67512" y="1572768"/>
            <a:ext cx="21579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é o recorte do seu estudo?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33472" cy="3584448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24128"/>
            <a:ext cx="64008" cy="3584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078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46704" y="1572768"/>
            <a:ext cx="2377440" cy="290779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456432" y="1572768"/>
            <a:ext cx="21579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pergunta o TCC responde?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024128"/>
            <a:ext cx="2633472" cy="3584448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024128"/>
            <a:ext cx="64008" cy="3584448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078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D9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572768"/>
            <a:ext cx="2377440" cy="2907792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45352" y="1572768"/>
            <a:ext cx="215798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quer alcançar?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Versão 2 min – Slide 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 ATUAL  &amp;  MINHA DÚVIDA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2 min – Slide 2 de 2  |  Tempo estimado: 50 segundos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069080" cy="3584448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3584448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D9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ESTOU: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91056"/>
            <a:ext cx="3822192" cy="2926080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76656" y="1591056"/>
            <a:ext cx="36027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Descreva em 2–3 linhas o que já foi feito e o que ainda falta. Seja objetivo.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069080" cy="3584448"/>
          </a:xfrm>
          <a:prstGeom prst="rect">
            <a:avLst/>
          </a:prstGeom>
          <a:solidFill>
            <a:srgbClr val="162240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24128"/>
            <a:ext cx="64008" cy="358444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97280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MINHA DÚVIDA: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28032" y="1591056"/>
            <a:ext cx="3822192" cy="2926080"/>
          </a:xfrm>
          <a:prstGeom prst="rect">
            <a:avLst/>
          </a:prstGeom>
          <a:solidFill>
            <a:srgbClr val="1A2D50"/>
          </a:solidFill>
          <a:ln w="9525">
            <a:solidFill>
              <a:srgbClr val="E87722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937760" y="1591056"/>
            <a:ext cx="36027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5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Escreva aqui UMA pergunta específica para orientação.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828032"/>
            <a:ext cx="83210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Experimental – TCC 1  |  UNI7  |  Prof. Edmilson Miranda Jr  |  Versão 2 min – Slide 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PITCH – TCC</dc:title>
  <dc:subject>PptxGenJS Presentation</dc:subject>
  <dc:creator>PptxGenJS</dc:creator>
  <cp:lastModifiedBy>PptxGenJS</cp:lastModifiedBy>
  <cp:revision>1</cp:revision>
  <dcterms:created xsi:type="dcterms:W3CDTF">2026-05-20T12:07:04Z</dcterms:created>
  <dcterms:modified xsi:type="dcterms:W3CDTF">2026-05-20T12:07:04Z</dcterms:modified>
</cp:coreProperties>
</file>